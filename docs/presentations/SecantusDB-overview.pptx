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notesMaster" Target="notesMasters/notesMaster1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/>
              <a:t>Throughput @ 4 threads (1000s docs/sec)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Per-doc (4 threads)</c:v>
                </c:pt>
              </c:strCache>
            </c:strRef>
          </c:tx>
          <c:spPr>
            <a:solidFill>
              <a:srgbClr val="C2CCD6"/>
            </a:solidFill>
          </c:spPr>
          <c:cat>
            <c:strRef>
              <c:f>Sheet1!$A$2:$A$4</c:f>
              <c:strCache>
                <c:ptCount val="3"/>
                <c:pt idx="0">
                  <c:v>query</c:v>
                </c:pt>
                <c:pt idx="1">
                  <c:v>update</c:v>
                </c:pt>
                <c:pt idx="2">
                  <c:v>projection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31</c:v>
                </c:pt>
                <c:pt idx="1">
                  <c:v>28</c:v>
                </c:pt>
                <c:pt idx="2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Batched (4 threads)</c:v>
                </c:pt>
              </c:strCache>
            </c:strRef>
          </c:tx>
          <c:spPr>
            <a:solidFill>
              <a:srgbClr val="15A39A"/>
            </a:solidFill>
          </c:spPr>
          <c:cat>
            <c:strRef>
              <c:f>Sheet1!$A$2:$A$4</c:f>
              <c:strCache>
                <c:ptCount val="3"/>
                <c:pt idx="0">
                  <c:v>query</c:v>
                </c:pt>
                <c:pt idx="1">
                  <c:v>update</c:v>
                </c:pt>
                <c:pt idx="2">
                  <c:v>projection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380</c:v>
                </c:pt>
                <c:pt idx="1">
                  <c:v>278</c:v>
                </c:pt>
                <c:pt idx="2">
                  <c:v>312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1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the frame: this is a 30-minute overview of SecantusDB — what problem it solves, the design decisions that make it faithful, and the current Rust-acceleration work. Invite questions throughout.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Roughly six parts over thirty minutes. The first half is the product and its design; the second half is the engineering progression, ending with the Rust acceleration work and what's next. Keep it conversational — stop me with questions as we 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the pain first, then the one-sentence solution. Everyone who has tested a MongoDB app has felt this.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Your app talks to MongoDB through a driver, so honest tests need something that behaves like MongoDB on the other end. A real mongod means installing, version-matching, starting and tearing down a daemon, and isolating shared state. The usual escape — an in-memory dict pretending to be a database — drifts: it passes things real MongoDB would reject, and rejects things it accepts. Either way your tests 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SecantusDB speaks the MongoDB wire protocol well enough that pymongo cannot distinguish it from a real mongod. It runs inside your test process — no external daemon — and is disposable. The word is 'surrogate', not 'fake': it genuinely implements the protocol rather than faking responses. The audience is developers who want fast, faithful, throwaway MongoDB behaviour for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light, memorable aside. The early prototype was 'fongo', then 'fongodb' — both clash with the existing Fongo brand and blur into MongoDB. 'SecantusDB' dodges both. Practical note for the codebase: any lingering 'fongo'/'fongodb' references are stale and mean SecantusDB.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three constraints are the whole discipline. Everything else follows from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One: 'correct' means a pymongo client can't tell us apart from mongod — when unsure, write a differential test that runs the same code against both and asserts equal responses. Two: we'd rather return a faithful 'not supported' than a half-feature that silently diverges. Three: ergonomics — starting a server in a test must be trivial, no processes to manage. tmp_path gives isolation and cleanup for free.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 scope: the subset of the wire protocol pymongo actually emits — handshake, CRUD, cursors, aggregation, findAndModify, change streams. Out of scope: anything that only makes sense across nodes. One nuance: hello advertises a single-node 'replica-set primary' so pymongo's change-stream machinery is satisfied — but the topology is fictional; there are no other members.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layers top to bottom. The key idea is strict separation: each layer knows only the one beneath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Outermost-in: server.py owns the accept loop and per-connection threads. wire.py speaks bytes — it never knows about commands. commands.py is a single dispatch table keyed on the first field of the request; it never knows about storage. The pure operator engines take documents in and out with no I/O — that purity is what made the Rust port tractable. storage.py sits at the bottom on WiredTiger.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Documents are stored as opaque BSON blobs — never JSON, never native column types. The storage layer never inspects content; filtering, projection, sorting and updates all happen in Python after bson.decode. This is deliberate: ObjectId, Decimal128, int32-vs-int64, Date-with-tz, Binary, Regex all have to round-trip exactly, because 'pymongo can't tell us apart' depends on it. sortkey.py turns BSON values into byte-sortable keys that match MongoDB's cross-type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WiredTiger is MongoDB's own storage engine. We vendor it as a submodule and build it into self-contained binary wheels, so users just pip install — no cmake or swig. Four tables: collections, documents, indexes, index-entries. Documents are keyed by a byte-sortable _id so iteration matches mongod's natural order. A global lock serialises access and sessions are thread-affine. ':memory:' maps to a temp dir opened in-memory and removed on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Indexing is surprisingly complete: single-field and compound (including a trailing range on the next column), multikey for arrays, partial indexes, TTL indexes, and geospatial — 2d geohash and 2dsphere via S2 cell coverings. A planner chooses between an index scan and a collection scan, and explain reports the winning plan. hint, $natural, and sort-by-indexed-field all ride the same B-tree. Still missing by choice: collation, and text/hashed/wildcard indexes.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Change streams are the most ambitious feature. They're backed by a real oplog whose entries mirror mongod's shape, scoped to a collection, database, or cluster. Resume tokens let a client resume exactly. We support updateLookup full documents and before-change pre-images, awaitData blocking (getMore parks until a writer notifies), and invalidate events on drop/dropDatabase/rename. This is what the fictional single-node 'primary' in hello actually buys 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credibility of the whole project rests on this slide: we don't trust our own tests, we run the drivers'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run real, unmodified upstream driver test suites against SecantusDB. Five gauges: pymongo embedded (the headline 'MongoDB compatibility' number), plus the Go, Node, Java and Ruby drivers as real clients over the wire. The other-language drivers catch wire-protocol bugs pymongo is too permissive to notice — like requiring the cursor id to be a real int64. The default suite runs against real on-disk WiredTiger in parallel, and CI is treated as load-bearing.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Pivot from 'what it is' to 'how it got here and where it's going'. The new work is the Rust acceleration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quick history: from the prototype that proved the protocol, to a real server, to vendoring WiredTiger for true storage fidelity, then breadth (aggregation, indexing, geo), then change streams, then the multi-driver gauges and packaging. The current chapter — the one in flight — is the Rust acceleration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bottlenecks: the operator engines run hot in Python, and the GIL serialises work across connections. A Rust core can do the heavy lifting off the GIL, unlocking multiple cores. The firm rule — and this is a deliberate decision recorded in the project — is that BOTH engines are permanent. The pure-Python engine stays the default and never goes away; Rust is an opt-in accelerator that must reproduce Python's behaviour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It's an optional PyO3/maturin extension. Values cross the boundary as BSON bytes — a 'fat byte seam' — which keeps the 'documents are opaque BSON' design intact and avoids per-field marshalling. Crucially, when Rust hits anything it can't reproduce exactly, it signals fallback and the authoritative Python path runs — so it is always correct. Every engine is pinned by a curated-plus-fuzz parity suite asserting Rust equals pure-Python byte-for-byte.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Done: the de-risking spikes; all six pure leaf engines (sortkey, query, update, expressions, projection, diff) plus collation; and the whole storage-independent aggregation pipeline — $match, $project, $group, $sort, $unwind, $bucket, $facet, $densify and the rest. That's 515 parity cases green across curated corpora and multi-seed fuzzing. Still in Python because they need the storage layer: $lookup, $geoNear, $out, $merge, and storage itself.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Single-threaded the Rust path is about 2× faster on CRUD ops and 8× on a full pipeline — even paying the byte seam. But per-call across threads the GIL ping-pongs on tiny ops and throughput regresses. The fix is batching: one call filters or updates a whole list under a single GIL release. That turns the regression into roughly 10–12× more throughput on four threads. Lesson: the win is releasing the GIL and coarsening the seam, not micro-optimising operators. Numbers are from a 4-core dev box; the real proof is a concurrent-connection server benchmark on a WiredTiger machine.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plane: what's left, and the one-screen summary.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Next: wire the batched seam into storage's scan, update and projection loops; port the storage layer itself onto a WiredTiger FFI (the largest single step, sub-phased by table family); then move wire and dispatch into Rust so a request never re-enters Python; finish with packaging and a full conformance and performance sign-off. The invariant the whole way: the pymongo compatibility number must not regress.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 close: SecantusDB is a real, single-node surrogate MongoDB for tests — fast, in-process, ephemeral, faithful where it counts. Fidelity comes from opaque BSON plus real WiredTiger plus pymongo as the conformance target; honesty comes from five driver gauges and load-bearing CI. The Rust core adds speed without giving up the Python engine — both ship, parity-pinned. And the performance lesson generalises: release the GIL and batch the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the floor. Likely questions: how close is the pymongo compatibility number; why WiredTiger over a pure-Python store; why keep two engines; when does the Rust path become the default. Answers are in the preceding slides'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9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0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2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3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4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5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6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7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8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9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0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2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3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4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5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6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7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8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9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0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slide" Target="slide51.xml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2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3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4.xml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5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4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6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9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0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1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6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9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3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4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6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635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0574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SecantusDB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0040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15A39A"/>
                </a:solidFill>
                <a:latin typeface="Calibri"/>
              </a:rPr>
              <a:t>A surrogate MongoDB server for fast, in-process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3891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C4D0"/>
                </a:solidFill>
                <a:latin typeface="Calibri"/>
              </a:rPr>
              <a:t>Why it exists · how it works · where it's going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What we'll 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15A39A"/>
                </a:solidFill>
                <a:latin typeface="Calibri"/>
              </a:rPr>
              <a:t>▪  </a:t>
            </a:r>
            <a:r>
              <a:rPr sz="2100" b="1">
                <a:solidFill>
                  <a:srgbClr val="202833"/>
                </a:solidFill>
                <a:latin typeface="Calibri"/>
              </a:rPr>
              <a:t>The problem, and the idea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15A39A"/>
                </a:solidFill>
                <a:latin typeface="Calibri"/>
              </a:rPr>
              <a:t>▪  </a:t>
            </a:r>
            <a:r>
              <a:rPr sz="2100" b="1">
                <a:solidFill>
                  <a:srgbClr val="202833"/>
                </a:solidFill>
                <a:latin typeface="Calibri"/>
              </a:rPr>
              <a:t>Design philosophy &amp; scope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15A39A"/>
                </a:solidFill>
                <a:latin typeface="Calibri"/>
              </a:rPr>
              <a:t>▪  </a:t>
            </a:r>
            <a:r>
              <a:rPr sz="2100" b="1">
                <a:solidFill>
                  <a:srgbClr val="202833"/>
                </a:solidFill>
                <a:latin typeface="Calibri"/>
              </a:rPr>
              <a:t>Architecture — socket to storage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15A39A"/>
                </a:solidFill>
                <a:latin typeface="Calibri"/>
              </a:rPr>
              <a:t>▪  </a:t>
            </a:r>
            <a:r>
              <a:rPr sz="2100" b="1">
                <a:solidFill>
                  <a:srgbClr val="202833"/>
                </a:solidFill>
                <a:latin typeface="Calibri"/>
              </a:rPr>
              <a:t>The hard parts — types, indexes, change streams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15A39A"/>
                </a:solidFill>
                <a:latin typeface="Calibri"/>
              </a:rPr>
              <a:t>▪  </a:t>
            </a:r>
            <a:r>
              <a:rPr sz="2100" b="1">
                <a:solidFill>
                  <a:srgbClr val="202833"/>
                </a:solidFill>
                <a:latin typeface="Calibri"/>
              </a:rPr>
              <a:t>How we prove it works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15A39A"/>
                </a:solidFill>
                <a:latin typeface="Calibri"/>
              </a:rPr>
              <a:t>▪  </a:t>
            </a:r>
            <a:r>
              <a:rPr sz="2100" b="1">
                <a:solidFill>
                  <a:srgbClr val="202833"/>
                </a:solidFill>
                <a:latin typeface="Calibri"/>
              </a:rPr>
              <a:t>Progression to date — and Rust</a:t>
            </a:r>
          </a:p>
          <a:p>
            <a:pPr>
              <a:lnSpc>
                <a:spcPct val="104000"/>
              </a:lnSpc>
              <a:spcAft>
                <a:spcPts val="1300"/>
              </a:spcAft>
            </a:pPr>
            <a:r>
              <a:rPr sz="2100" b="1">
                <a:solidFill>
                  <a:srgbClr val="15A39A"/>
                </a:solidFill>
                <a:latin typeface="Calibri"/>
              </a:rPr>
              <a:t>▪  </a:t>
            </a:r>
            <a:r>
              <a:rPr sz="2100" b="1">
                <a:solidFill>
                  <a:srgbClr val="202833"/>
                </a:solidFill>
                <a:latin typeface="Calibri"/>
              </a:rPr>
              <a:t>Roadmap &amp; takeaways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A39A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The problem, and 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C4D0"/>
                </a:solidFill>
                <a:latin typeface="Calibri"/>
              </a:rPr>
              <a:t>Why build this at all?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Testing against MongoDB hurts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The motivation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A real mongod is an external process to babysit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Shared &amp; stateful — tests step on each other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Slow to start; awkward in CI and on laptops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Hand-rolled fakes drift from real behaviour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idea: a surrogate MongoDB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The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A real MongoDB server — single-node by design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The driver can't tell it apart from mongod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In-process: start in one or two lines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Ephemeral: spin up per test, throw away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A quick word on the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fongo → fongodb → SecantusDB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10312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331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E6E68"/>
                </a:solidFill>
                <a:latin typeface="Calibri"/>
              </a:rPr>
              <a:t>fongo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17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8A1A"/>
                </a:solidFill>
                <a:latin typeface="Calibri"/>
              </a:rPr>
              <a:t>early prototype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A6675"/>
                </a:solidFill>
                <a:latin typeface="Calibri"/>
              </a:rPr>
              <a:t>clashes with the “Fongo” brand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2926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2CCD6"/>
                </a:solidFill>
                <a:latin typeface="Calibri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0312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331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E6E68"/>
                </a:solidFill>
                <a:latin typeface="Calibri"/>
              </a:rPr>
              <a:t>fongodb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3017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8A1A"/>
                </a:solidFill>
                <a:latin typeface="Calibri"/>
              </a:rPr>
              <a:t>follow-on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4747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A6675"/>
                </a:solidFill>
                <a:latin typeface="Calibri"/>
              </a:rPr>
              <a:t>still brand-adjacent / confusing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926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C2CCD6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2103120"/>
            <a:ext cx="33832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331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15A39A"/>
                </a:solidFill>
                <a:latin typeface="Calibri"/>
              </a:rPr>
              <a:t>SecantusDB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0175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88A1A"/>
                </a:solidFill>
                <a:latin typeface="Calibri"/>
              </a:rPr>
              <a:t>today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20" y="347472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A6675"/>
                </a:solidFill>
                <a:latin typeface="Calibri"/>
              </a:rPr>
              <a:t>avoids Fongo and MongoDB confusion</a:t>
            </a:r>
          </a:p>
        </p:txBody>
      </p:sp>
      <p:sp>
        <p:nvSpPr>
          <p:cNvPr id="21" name="Rounded Rectangle 20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A39A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Design philosophy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C4D0"/>
                </a:solidFill>
                <a:latin typeface="Calibri"/>
              </a:rPr>
              <a:t>The rules that keep it honest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Three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Non-negotiables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pymongo is the conformance target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Wire fidelity &gt; feature completeness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Start a server in one or two lines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Scope — single-node by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Faithful where it counts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508760"/>
            <a:ext cx="539496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CF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08760"/>
            <a:ext cx="5394960" cy="54864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636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✓  In scope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24028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2833"/>
                </a:solidFill>
                <a:latin typeface="Calibri"/>
              </a:rPr>
              <a:t>CRUD &amp; cursors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898648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2833"/>
                </a:solidFill>
                <a:latin typeface="Calibri"/>
              </a:rPr>
              <a:t>Aggregation pipeline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557016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2833"/>
                </a:solidFill>
                <a:latin typeface="Calibri"/>
              </a:rPr>
              <a:t>findAndModify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421538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2833"/>
                </a:solidFill>
                <a:latin typeface="Calibri"/>
              </a:rPr>
              <a:t>Change streams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873752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2833"/>
                </a:solidFill>
                <a:latin typeface="Calibri"/>
              </a:rPr>
              <a:t>The connection handshake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508760"/>
            <a:ext cx="5349240" cy="4480560"/>
          </a:xfrm>
          <a:prstGeom prst="rect">
            <a:avLst/>
          </a:prstGeom>
          <a:solidFill>
            <a:srgbClr val="FFFFFF"/>
          </a:solidFill>
          <a:ln w="19050">
            <a:solidFill>
              <a:srgbClr val="EAD9C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508760"/>
            <a:ext cx="5349240" cy="54864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563624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Calibri"/>
              </a:rPr>
              <a:t>✗  Out of scope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24028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2833"/>
                </a:solidFill>
                <a:latin typeface="Calibri"/>
              </a:rPr>
              <a:t>Real replica 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2898648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2833"/>
                </a:solidFill>
                <a:latin typeface="Calibri"/>
              </a:rPr>
              <a:t>Sharding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557016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2833"/>
                </a:solidFill>
                <a:latin typeface="Calibri"/>
              </a:rPr>
              <a:t>Multi-node consistency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7960" y="4215384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02833"/>
                </a:solidFill>
                <a:latin typeface="Calibri"/>
              </a:rPr>
              <a:t>Elections / cross-node oplog</a:t>
            </a:r>
          </a:p>
        </p:txBody>
      </p:sp>
      <p:sp>
        <p:nvSpPr>
          <p:cNvPr id="22" name="Rounded Rectangle 21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A39A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C4D0"/>
                </a:solidFill>
                <a:latin typeface="Calibri"/>
              </a:rPr>
              <a:t>From socket bytes to durable storage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layers, outermost-in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Each layer knows only the one below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417320"/>
            <a:ext cx="10881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17320"/>
            <a:ext cx="146304" cy="841248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52704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02833"/>
                </a:solidFill>
                <a:latin typeface="Calibri"/>
              </a:rPr>
              <a:t>server.py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892808"/>
            <a:ext cx="10241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Calibri"/>
              </a:rPr>
              <a:t>TCP accept loop · one thread per connection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377440"/>
            <a:ext cx="10881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377440"/>
            <a:ext cx="146304" cy="841248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4871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02833"/>
                </a:solidFill>
                <a:latin typeface="Calibri"/>
              </a:rPr>
              <a:t>wire.py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852928"/>
            <a:ext cx="10241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Calibri"/>
              </a:rPr>
              <a:t>MongoDB wire protocol — OP_MSG, legacy handshake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337560"/>
            <a:ext cx="10881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337560"/>
            <a:ext cx="146304" cy="841248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344728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02833"/>
                </a:solidFill>
                <a:latin typeface="Calibri"/>
              </a:rPr>
              <a:t>commands.py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3813048"/>
            <a:ext cx="10241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Calibri"/>
              </a:rPr>
              <a:t>Single dispatch table — every command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4297680"/>
            <a:ext cx="10881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297680"/>
            <a:ext cx="146304" cy="841248"/>
          </a:xfrm>
          <a:prstGeom prst="rect">
            <a:avLst/>
          </a:prstGeom>
          <a:solidFill>
            <a:srgbClr val="0E6E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440740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02833"/>
                </a:solidFill>
                <a:latin typeface="Calibri"/>
              </a:rPr>
              <a:t>query · update · projection · expressions · aggregate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773168"/>
            <a:ext cx="10241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Calibri"/>
              </a:rPr>
              <a:t>Pure operator engines — docs in, docs out, no I/O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257800"/>
            <a:ext cx="1088136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5257800"/>
            <a:ext cx="146304" cy="841248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36752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02833"/>
                </a:solidFill>
                <a:latin typeface="Calibri"/>
              </a:rPr>
              <a:t>storage.py + sortkey.py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5733288"/>
            <a:ext cx="10241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5A6675"/>
                </a:solidFill>
                <a:latin typeface="Calibri"/>
              </a:rPr>
              <a:t>WiredTiger — the same engine MongoDB uses</a:t>
            </a:r>
          </a:p>
        </p:txBody>
      </p:sp>
      <p:sp>
        <p:nvSpPr>
          <p:cNvPr id="27" name="Rounded Rectangle 26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The critical decision: opaque BSON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Type fidelity is the whole 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Documents stored as raw BSON bytes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All logic runs in Python after decode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Every BSON type preserved exactly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Lossy storage would break the thesis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Storage: WiredTiger, the real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Same engine as MongoDB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The exact engine MongoDB itself uses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Vendored; ships as pre-built wheels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Four tables, byte-sortable keys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“:memory:” for instant, throwaway DBs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Indexing — broader than you'd expect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A real query planner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Compound, multikey, partial, TTL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Geospatial: 2d and 2dsphere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Planner picks IXSCAN vs COLLSCAN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hint, $natural, indexed sort — all honoured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Change streams — the ambitious 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Oplog + resume tokens + pre-images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Oplog-backed, mongod-shaped entries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Resume tokens — pick up where you left off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fullDocument &amp; before-change pre-images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awaitData blocking; invalidation events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A39A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How we prove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C4D0"/>
                </a:solidFill>
                <a:latin typeface="Calibri"/>
              </a:rPr>
              <a:t>Conformance over confidence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Driver-conformance gauges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Run the tests a real driver runs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Real upstream driver suites, unmodified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5 drivers: pymongo + Go / Node / Java / Ruby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pymongo = the headline compatibility number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CI is load-bearing — failures are bugs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A39A"/>
                </a:solidFill>
                <a:latin typeface="Calibri"/>
              </a:rPr>
              <a:t>PART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Progression to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C4D0"/>
                </a:solidFill>
                <a:latin typeface="Calibri"/>
              </a:rPr>
              <a:t>And the next chapter: Rust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Where we've been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A rough progression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1554480"/>
            <a:ext cx="38100" cy="4389120"/>
          </a:xfrm>
          <a:prstGeom prst="rect">
            <a:avLst/>
          </a:prstGeom>
          <a:solidFill>
            <a:srgbClr val="CFD8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14400" y="1627632"/>
            <a:ext cx="310896" cy="310896"/>
          </a:xfrm>
          <a:prstGeom prst="ellipse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158191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02833"/>
                </a:solidFill>
                <a:latin typeface="Calibri"/>
              </a:rPr>
              <a:t>Prototype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60020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A6675"/>
                </a:solidFill>
                <a:latin typeface="Calibri"/>
              </a:rPr>
              <a:t>prove the wire protocol with pymongo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2258568"/>
            <a:ext cx="310896" cy="310896"/>
          </a:xfrm>
          <a:prstGeom prst="ellipse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221284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02833"/>
                </a:solidFill>
                <a:latin typeface="Calibri"/>
              </a:rPr>
              <a:t>Core server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2231136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A6675"/>
                </a:solidFill>
                <a:latin typeface="Calibri"/>
              </a:rPr>
              <a:t>wire + dispatch + CRUD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2889504"/>
            <a:ext cx="310896" cy="310896"/>
          </a:xfrm>
          <a:prstGeom prst="ellipse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2843784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02833"/>
                </a:solidFill>
                <a:latin typeface="Calibri"/>
              </a:rPr>
              <a:t>Real storage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86207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A6675"/>
                </a:solidFill>
                <a:latin typeface="Calibri"/>
              </a:rPr>
              <a:t>WiredTiger vendored; opaque BSON</a:t>
            </a:r>
          </a:p>
        </p:txBody>
      </p:sp>
      <p:sp>
        <p:nvSpPr>
          <p:cNvPr id="17" name="Oval 16"/>
          <p:cNvSpPr/>
          <p:nvPr/>
        </p:nvSpPr>
        <p:spPr>
          <a:xfrm>
            <a:off x="914400" y="3520439"/>
            <a:ext cx="310896" cy="310896"/>
          </a:xfrm>
          <a:prstGeom prst="ellipse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3474719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02833"/>
                </a:solidFill>
                <a:latin typeface="Calibri"/>
              </a:rPr>
              <a:t>Breadth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493007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A6675"/>
                </a:solidFill>
                <a:latin typeface="Calibri"/>
              </a:rPr>
              <a:t>aggregation, rich indexing, geo</a:t>
            </a:r>
          </a:p>
        </p:txBody>
      </p:sp>
      <p:sp>
        <p:nvSpPr>
          <p:cNvPr id="20" name="Oval 19"/>
          <p:cNvSpPr/>
          <p:nvPr/>
        </p:nvSpPr>
        <p:spPr>
          <a:xfrm>
            <a:off x="914400" y="4151376"/>
            <a:ext cx="310896" cy="310896"/>
          </a:xfrm>
          <a:prstGeom prst="ellipse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4105656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02833"/>
                </a:solidFill>
                <a:latin typeface="Calibri"/>
              </a:rPr>
              <a:t>Change streams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123944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A6675"/>
                </a:solidFill>
                <a:latin typeface="Calibri"/>
              </a:rPr>
              <a:t>oplog, resume tokens, pre-images</a:t>
            </a:r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310896" cy="310896"/>
          </a:xfrm>
          <a:prstGeom prst="ellipse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473659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02833"/>
                </a:solidFill>
                <a:latin typeface="Calibri"/>
              </a:rPr>
              <a:t>Multi-driver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7548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A6675"/>
                </a:solidFill>
                <a:latin typeface="Calibri"/>
              </a:rPr>
              <a:t>5 gauges, binary wheels, CI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413248"/>
            <a:ext cx="310896" cy="310896"/>
          </a:xfrm>
          <a:prstGeom prst="ellipse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63040" y="5367528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02833"/>
                </a:solidFill>
                <a:latin typeface="Calibri"/>
              </a:rPr>
              <a:t>Acceleration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5385816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A6675"/>
                </a:solidFill>
                <a:latin typeface="Calibri"/>
              </a:rPr>
              <a:t>the Rust core — in progress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Why a Rust core now?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A deliberate dual-engine decision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Python bottlenecks: CPU and the GIL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Rust runs the hot work off the GIL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Keep BOTH engines — Python stays default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Accelerator, not replacement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the Rust core is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Byte seam · fallback · parity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PyO3 + maturin compiled extension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A “fat byte seam” — values cross as BSON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Graceful fallback → always correct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Parity-pinned: Rust == Python, byte-for-byte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What's ported so far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Leaf engines + the full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Six leaf engines + collation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The entire storage-independent pipeline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515 parity cases green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Storage-backed stages still in Python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Performance: the GIL is the story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Release it, then batch the seam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0876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Single-thread: ~2× CRUD, ~8× pipeline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Per-call across threads thrashes the GIL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Batch one call over a whole list →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~10–12× more throughput on 4 threads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035040" y="1600200"/>
          <a:ext cx="5760720" cy="4297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A39A"/>
                </a:solidFill>
                <a:latin typeface="Calibri"/>
              </a:rPr>
              <a:t>PART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Roadmap &amp; takeaways</a:t>
            </a:r>
          </a:p>
        </p:txBody>
      </p:sp>
      <p:sp>
        <p:nvSpPr>
          <p:cNvPr id="6" name="Rounded Rectangle 5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The remaining phases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Batch the seam into storage's loops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Port storage onto a WiredTiger FFI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Then wire &amp; dispatch → never touch Python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Compatibility number must not regress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5A39A"/>
                </a:solidFill>
                <a:latin typeface="Calibri"/>
              </a:rPr>
              <a:t>The story in four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55448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A real surrogate MongoDB for tests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Fidelity by design; honesty by gauges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Rust adds speed — Python stays, always</a:t>
            </a:r>
          </a:p>
          <a:p>
            <a:pPr>
              <a:lnSpc>
                <a:spcPct val="104000"/>
              </a:lnSpc>
              <a:spcAft>
                <a:spcPts val="2000"/>
              </a:spcAft>
            </a:pPr>
            <a:r>
              <a:rPr sz="2800" b="1">
                <a:solidFill>
                  <a:srgbClr val="15A39A"/>
                </a:solidFill>
                <a:latin typeface="Calibri"/>
              </a:rPr>
              <a:t>▪  </a:t>
            </a:r>
            <a:r>
              <a:rPr sz="2800" b="1">
                <a:solidFill>
                  <a:srgbClr val="202833"/>
                </a:solidFill>
                <a:latin typeface="Calibri"/>
              </a:rPr>
              <a:t>The win was the GIL + batching, not micro-opts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383280"/>
            <a:ext cx="12191695" cy="63500"/>
          </a:xfrm>
          <a:prstGeom prst="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5A39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57200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8C4D0"/>
                </a:solidFill>
                <a:latin typeface="Calibri"/>
              </a:rPr>
              <a:t>SecantusDB · a surrogate MongoDB server · package: secantus</a:t>
            </a:r>
          </a:p>
        </p:txBody>
      </p:sp>
      <p:sp>
        <p:nvSpPr>
          <p:cNvPr id="7" name="Rounded Rectangle 6">
            <a:hlinkClick action="ppaction://hlinksldjump" r:id="rId2"/>
          </p:cNvPr>
          <p:cNvSpPr/>
          <p:nvPr/>
        </p:nvSpPr>
        <p:spPr>
          <a:xfrm>
            <a:off x="10058400" y="6291072"/>
            <a:ext cx="1874519" cy="384048"/>
          </a:xfrm>
          <a:prstGeom prst="roundRect">
            <a:avLst/>
          </a:prstGeom>
          <a:solidFill>
            <a:srgbClr val="15A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Speaker notes  ▸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2468880"/>
            <a:ext cx="146304" cy="155448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22860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88A1A"/>
                </a:solidFill>
                <a:latin typeface="Calibr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74320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Speaker notes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61288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8C4D0"/>
                </a:solidFill>
                <a:latin typeface="Calibri"/>
              </a:rPr>
              <a:t>One page per slide · click “Speaker notes ▸” on any slide to jump here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Title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1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Set the frame: this is a 30-minute overview of SecantusDB — what problem it solves, the design decisions that make it faithful, and the current Rust-acceleration work. Invite questions throughout.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Agenda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2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Roughly six parts over thirty minutes. The first half is the product and its design; the second half is the engineering progression, ending with the Rust acceleration work and what's next. Keep it conversational — stop me with questions as we go.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The problem, and the idea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3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Frame the pain first, then the one-sentence solution. Everyone who has tested a MongoDB app has felt this.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Testing against MongoDB hurts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4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Your app talks to MongoDB through a driver, so honest tests need something that behaves like MongoDB on the other end. A real mongod means installing, version-matching, starting and tearing down a daemon, and isolating shared state. The usual escape — an in-memory dict pretending to be a database — drifts: it passes things real MongoDB would reject, and rejects things it accepts. Either way your tests lie.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The idea: a surrogate MongoDB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5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SecantusDB speaks the MongoDB wire protocol well enough that pymongo cannot distinguish it from a real mongod. It runs inside your test process — no external daemon — and is disposable. The word is 'surrogate', not 'fake': it genuinely implements the protocol rather than faking responses. The audience is developers who want fast, faithful, throwaway MongoDB behaviour for tests.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The 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6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A light, memorable aside. The early prototype was 'fongo', then 'fongodb' — both clash with the existing Fongo brand and blur into MongoDB. 'SecantusDB' dodges both. Practical note for the codebase: any lingering 'fongo'/'fongodb' references are stale and mean SecantusDB.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Design philosophy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7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These three constraints are the whole discipline. Everything else follows from them.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Three constraints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8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One: 'correct' means a pymongo client can't tell us apart from mongod — when unsure, write a differential test that runs the same code against both and asserts equal responses. Two: we'd rather return a faithful 'not supported' than a half-feature that silently diverges. Three: ergonomics — starting a server in a test must be trivial, no processes to manage. tmp_path gives isolation and cleanup for free.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9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In scope: the subset of the wire protocol pymongo actually emits — handshake, CRUD, cursors, aggregation, findAndModify, change streams. Out of scope: anything that only makes sense across nodes. One nuance: hello advertises a single-node 'replica-set primary' so pymongo's change-stream machinery is satisfied — but the topology is fictional; there are no other members.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10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Walk the layers top to bottom. The key idea is strict separation: each layer knows only the one beneath it.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Architecture layers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11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Outermost-in: server.py owns the accept loop and per-connection threads. wire.py speaks bytes — it never knows about commands. commands.py is a single dispatch table keyed on the first field of the request; it never knows about storage. The pure operator engines take documents in and out with no I/O — that purity is what made the Rust port tractable. storage.py sits at the bottom on WiredTiger.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The critical decision: opaque BSON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12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Documents are stored as opaque BSON blobs — never JSON, never native column types. The storage layer never inspects content; filtering, projection, sorting and updates all happen in Python after bson.decode. This is deliberate: ObjectId, Decimal128, int32-vs-int64, Date-with-tz, Binary, Regex all have to round-trip exactly, because 'pymongo can't tell us apart' depends on it. sortkey.py turns BSON values into byte-sortable keys that match MongoDB's cross-type order.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Storage: WiredTiger, the real thing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13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WiredTiger is MongoDB's own storage engine. We vendor it as a submodule and build it into self-contained binary wheels, so users just pip install — no cmake or swig. Four tables: collections, documents, indexes, index-entries. Documents are keyed by a byte-sortable _id so iteration matches mongod's natural order. A global lock serialises access and sessions are thread-affine. ':memory:' maps to a temp dir opened in-memory and removed on close.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Indexing — broader than you'd expect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14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Indexing is surprisingly complete: single-field and compound (including a trailing range on the next column), multikey for arrays, partial indexes, TTL indexes, and geospatial — 2d geohash and 2dsphere via S2 cell coverings. A planner chooses between an index scan and a collection scan, and explain reports the winning plan. hint, $natural, and sort-by-indexed-field all ride the same B-tree. Still missing by choice: collation, and text/hashed/wildcard indexes.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Change streams — the ambitious bit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15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Change streams are the most ambitious feature. They're backed by a real oplog whose entries mirror mongod's shape, scoped to a collection, database, or cluster. Resume tokens let a client resume exactly. We support updateLookup full documents and before-change pre-images, awaitData blocking (getMore parks until a writer notifies), and invalidate events on drop/dropDatabase/rename. This is what the fictional single-node 'primary' in hello actually buys us.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How we prove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16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The credibility of the whole project rests on this slide: we don't trust our own tests, we run the drivers' tests.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Driver-conformance gauges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17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We run real, unmodified upstream driver test suites against SecantusDB. Five gauges: pymongo embedded (the headline 'MongoDB compatibility' number), plus the Go, Node, Java and Ruby drivers as real clients over the wire. The other-language drivers catch wire-protocol bugs pymongo is too permissive to notice — like requiring the cursor id to be a real int64. The default suite runs against real on-disk WiredTiger in parallel, and CI is treated as load-bearing.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Progression to date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18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Pivot from 'what it is' to 'how it got here and where it's going'. The new work is the Rust acceleration core.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19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A quick history: from the prototype that proved the protocol, to a real server, to vendoring WiredTiger for true storage fidelity, then breadth (aggregation, indexing, geo), then change streams, then the multi-driver gauges and packaging. The current chapter — the one in flight — is the Rust acceleration core.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Why a Rust core now?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20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Two bottlenecks: the operator engines run hot in Python, and the GIL serialises work across connections. A Rust core can do the heavy lifting off the GIL, unlocking multiple cores. The firm rule — and this is a deliberate decision recorded in the project — is that BOTH engines are permanent. The pure-Python engine stays the default and never goes away; Rust is an opt-in accelerator that must reproduce Python's behaviour exactly.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How the Rust core is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21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It's an optional PyO3/maturin extension. Values cross the boundary as BSON bytes — a 'fat byte seam' — which keeps the 'documents are opaque BSON' design intact and avoids per-field marshalling. Crucially, when Rust hits anything it can't reproduce exactly, it signals fallback and the authoritative Python path runs — so it is always correct. Every engine is pinned by a curated-plus-fuzz parity suite asserting Rust equals pure-Python byte-for-byte.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What's ported so far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22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Done: the de-risking spikes; all six pure leaf engines (sortkey, query, update, expressions, projection, diff) plus collation; and the whole storage-independent aggregation pipeline — $match, $project, $group, $sort, $unwind, $bucket, $facet, $densify and the rest. That's 515 parity cases green across curated corpora and multi-seed fuzzing. Still in Python because they need the storage layer: $lookup, $geoNear, $out, $merge, and storage itself.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23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Single-threaded the Rust path is about 2× faster on CRUD ops and 8× on a full pipeline — even paying the byte seam. But per-call across threads the GIL ping-pongs on tiny ops and throughput regresses. The fix is batching: one call filters or updates a whole list under a single GIL release. That turns the regression into roughly 10–12× more throughput on four threads. Lesson: the win is releasing the GIL and coarsening the seam, not micro-optimising operators. Numbers are from a 4-core dev box; the real proof is a concurrent-connection server benchmark on a WiredTiger machine.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Roadmap &amp;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24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Land the plane: what's left, and the one-screen summary.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25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Next: wire the batched seam into storage's scan, update and projection loops; port the storage layer itself onto a WiredTiger FFI (the largest single step, sub-phased by table family); then move wire and dispatch into Rust so a request never re-enters Python; finish with packaging and a full conformance and performance sign-off. The invariant the whole way: the pymongo compatibility number must not regress.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Takeaways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26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To close: SecantusDB is a real, single-node surrogate MongoDB for tests — fast, in-process, ephemeral, faithful where it counts. Fidelity comes from opaque BSON plus real WiredTiger plus pymongo as the conformance target; honesty comes from five driver gauges and load-bearing CI. The Rust core adds speed without giving up the Python engine — both ship, parity-pinned. And the performance lesson generalises: release the GIL and batch the boundary.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51560"/>
            <a:ext cx="12191695" cy="50800"/>
          </a:xfrm>
          <a:prstGeom prst="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46304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Notes — 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68096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88A1A"/>
                </a:solidFill>
                <a:latin typeface="Calibri"/>
              </a:rPr>
              <a:t>slide 27 of 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800">
                <a:solidFill>
                  <a:srgbClr val="202833"/>
                </a:solidFill>
                <a:latin typeface="Calibri"/>
              </a:rPr>
              <a:t>Open the floor. Likely questions: how close is the pymongo compatibility number; why WiredTiger over a pure-Python store; why keep two engines; when does the Rust path become the default. Answers are in the preceding slides' notes.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777240" y="6263640"/>
            <a:ext cx="2011680" cy="384048"/>
          </a:xfrm>
          <a:prstGeom prst="roundRect">
            <a:avLst/>
          </a:prstGeom>
          <a:solidFill>
            <a:srgbClr val="E88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◂  Back to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