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diagram1.svg" ContentType="image/svg+xml"/>
  <Override PartName="/ppt/media/diagram2.svg" ContentType="image/svg+xml"/>
  <Override PartName="/ppt/media/diagram3.svg" ContentType="image/svg+xml"/>
  <Override PartName="/ppt/media/diagram4.svg" ContentType="image/svg+xml"/>
  <Override PartName="/ppt/media/diagram5.svg" ContentType="image/svg+xml"/>
  <Override PartName="/ppt/media/diagram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Throughput @ 4 threads (1000s docs/sec)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Per-doc (4 threads)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Sheet1!$A$2:$A$4</c:f>
              <c:strCache>
                <c:ptCount val="3"/>
                <c:pt idx="0">
                  <c:v>query</c:v>
                </c:pt>
                <c:pt idx="1">
                  <c:v>update</c:v>
                </c:pt>
                <c:pt idx="2">
                  <c:v>projection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</c:v>
                </c:pt>
                <c:pt idx="1">
                  <c:v>28</c:v>
                </c:pt>
                <c:pt idx="2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Batched (4 threads)</c:v>
                </c:pt>
              </c:strCache>
            </c:strRef>
          </c:tx>
          <c:spPr>
            <a:solidFill>
              <a:srgbClr val="06B6D4"/>
            </a:solidFill>
          </c:spPr>
          <c:cat>
            <c:strRef>
              <c:f>Sheet1!$A$2:$A$4</c:f>
              <c:strCache>
                <c:ptCount val="3"/>
                <c:pt idx="0">
                  <c:v>query</c:v>
                </c:pt>
                <c:pt idx="1">
                  <c:v>update</c:v>
                </c:pt>
                <c:pt idx="2">
                  <c:v>projection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380</c:v>
                </c:pt>
                <c:pt idx="1">
                  <c:v>278</c:v>
                </c:pt>
                <c:pt idx="2">
                  <c:v>312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with the tagline: SecantusDB is 'the SQLite of document databases' — a real MongoDB-compatible database you embed in a process, not a server you operate. This is a 30-minute overview of why it exists, how it stays faithful, and the current Rust acceleration work. Invite questions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parts over thirty minutes: first the product and its design, then the engineering progression, ending with the Rust acceleration work and what's next. Keep it conversational.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analogy everyone gets: SQLite. You rarely run a SQL server just to get SQL — you embed SQLite. There was no equivalent for MongoDB. That's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get MongoDB behaviour you normally stand up and operate mongod — fine for production, heavy everywhere else: automated tests, CI, local development, demos, prototypes, edge/embedded scenarios. The usual shortcut is a hand-rolled in-memory fake, but those drift: they accept things real MongoDB rejects and vice-versa, so anything built on them is subtly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 as SQLite is a real SQL database you embed, SecantusDB is a real MongoDB-compatible server you embed in your process. It speaks the MongoDB wire protocol so any driver connects unmodified. No external daemon, single dependency, single node. 'Surrogate', not 'fake' — it implements the protocol rather than faking responses — which is why drivers can't tell it apart from mongod.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Testing is where it started and still shines, but the in-process model serves far more: local development without a daemon, fast CI, prototyping and demos, embedded / edge deployments where a full server is overkill, and teaching. One small dependency, many places it's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light aside. The early prototype was 'fongo', then 'fongodb' — both clash with the existing Fongo brand and blur into MongoDB. 'SecantusDB' dodges both. Lingering 'fongo'/'fongodb' references in the code are stale and mean SecantusDB.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constraints are the whole discipline; everything follows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One: 'correct' means a driver client can't distinguish us from mongod — when unsure, run the same code against both and assert equal responses. Two: we'd rather return a faithful 'not supported' than a half-feature that silently diverges. Three: ergonomics — embedding it is trivial, no processes to manage.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scope: the subset of the wire protocol drivers actually emit — handshake, CRUD, cursors, aggregation, findAndModify, change streams. Out of scope: anything that only makes sense across nodes. One nuance: hello advertises a single-node 'replica-set primary' so the driver's change-stream machinery is satisfied — but the topology is fictional.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layers; the key idea is strict separation — each knows only the one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server.py owns the accept loop and per-connection threads. wire.py speaks bytes and never knows about commands. commands.py is a single dispatch table and never knows about storage. The operator engines are pure — documents in, documents out, no I/O — which is exactly what made the Rust port tractable. storage.py sits on WiredTiger. A request flows down; the BSON reply flows back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Documents are stored as opaque BSON blobs — never JSON, never native columns. The storage layer never inspects content. ObjectId, Decimal128, int32-vs-int64, Date-with-tz, Binary, Regex must round-trip exactly, because 'a driver can't tell us apart' depends on it. sortkey.py turns BSON values into byte-sortable keys matching MongoDB's cross-type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WiredTiger is MongoDB's own storage engine, vendored and built into self-contained wheels — users just pip install, no cmake or swig. Four tables: collections, documents, indexes, index-entries. Documents are keyed by a byte-sortable _id so iteration matches mongod's natural order. ':memory:' maps to an in-memory temp dir removed on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Indexing is surprisingly complete: single-field and compound with a trailing range, multikey for arrays, partial and TTL indexes, and geospatial — 2d geohash and 2dsphere via S2 cell coverings. A planner chooses index-scan vs collection-scan and explain reports the winning plan. Missing by choice: collation and text/hashed/wildcard indexes.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ambitious feature: a real oplog whose entries mirror mongod's shape, scoped to a collection, database, or cluster. Resume tokens let a client resume exactly. updateLookup full documents, before-change pre-images, awaitData blocking (getMore parks until a writer notifies), and invalidate events on drop/rename. This is what the fictional single-node 'primary' buys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credibility of the project rests here: we don't trust our own tests, we run the drivers'.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run real, unmodified upstream driver test suites against SecantusDB. Five gauges: pymongo embedded (the headline 'MongoDB compatibility' number) plus the Go, Node, Java and Ruby drivers as real clients over the wire. The other-language drivers catch wire-protocol bugs pymongo is too permissive to notice — like requiring a real int64 cursor id. The default suite runs against on-disk WiredTiger in parallel; CI is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'what it is' to 'how it got here and where it's going'.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prototype that proved the protocol, to a real server, to vendoring WiredTiger for true storage fidelity, then breadth (aggregation, indexing, geo), then change streams, then the multi-driver gauges and packaging. The chapter in flight is the Rust acceleration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bottlenecks: the operator engines run hot in Python, and the GIL serialises work across connections. A Rust core does the heavy lifting off the GIL, unlocking cores. The firm rule: BOTH engines are permanent — the pure-Python engine stays the default and never goes away; Rust is an opt-in accelerator that must reproduce Python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optional PyO3/maturin extension. Values cross as BSON bytes — a 'fat byte seam' — keeping the opaque-BSON design intact and avoiding per-field marshalling. Crucially, when Rust hits anything it can't reproduce exactly it signals fallback and the authoritative Python path runs, so it's always correct. Every engine is pinned by a curated-plus-fuzz parity suite asserting Rust equals Python byte-for-byte.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Done: de-risking spikes; all six pure leaf engines (sortkey, query, update, expressions, projection, diff) plus collation; and the whole storage-independent aggregation pipeline — match, project, group, sort, unwind, bucket, facet, densify and the rest. 515 parity cases green across curated corpora and multi-seed fuzzing. Still in Python because they need storage: $lookup, $geoNear, $out, $merge, and storage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Single-threaded the Rust path is ~2× faster on CRUD ops and ~8× on a full pipeline — even paying the byte seam. But per-call across threads the GIL ping-pongs on tiny ops and throughput regresses. The fix is batching: one call filters or updates a whole list under a single GIL release, turning the regression into ~10–12× more throughput on four threads. Lesson: the win is releasing the GIL and coarsening the seam, not micro-optimising operators. Numbers from a 4-core dev box; the real proof is a concurrent-connection server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plane: what's left, and the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wire the batched seam into storage's scan / update / projection loops; port the storage layer onto a WiredTiger FFI (the largest single step, sub-phased by table family); then move wire and dispatch into Rust so a request never re-enters Python; finish with packaging and a full conformance and performance sign-off. The invariant throughout: the compatibility number must not regress.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close: SecantusDB is an embeddable, in-process MongoDB-compatible server — the SQLite of document databases — useful far beyond testing. Fidelity comes from opaque BSON plus real WiredTiger plus the driver as conformance target; honesty from five gauges and load-bearing CI. The Rust core adds speed without giving up Python — both ship, parity-pinned. And the performance lesson generalises: release the GIL and batch the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Likely questions: how close is the compatibility number; why WiredTiger over a pure-Python store; why keep two engines; when does Rust become the default; production use beyond tests. Answers are in the preceding slides'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diagram1.svg"/><Relationship Id="rId4" Type="http://schemas.openxmlformats.org/officeDocument/2006/relationships/slide" Target="slide30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diagram2.svg"/><Relationship Id="rId4" Type="http://schemas.openxmlformats.org/officeDocument/2006/relationships/slide" Target="slide35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0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diagram3.svg"/><Relationship Id="rId4" Type="http://schemas.openxmlformats.org/officeDocument/2006/relationships/slide" Target="slide4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5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6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iagram4.svg"/><Relationship Id="rId4" Type="http://schemas.openxmlformats.org/officeDocument/2006/relationships/slide" Target="slide47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8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0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diagram5.svg"/><Relationship Id="rId4" Type="http://schemas.openxmlformats.org/officeDocument/2006/relationships/slide" Target="slide51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slide" Target="slide53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5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6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diagram6.svg"/><Relationship Id="rId4" Type="http://schemas.openxmlformats.org/officeDocument/2006/relationships/slide" Target="slide57.xm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63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-on-dark_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50876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77440" y="1600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Inter"/>
              </a:rPr>
              <a:t>SecantusDB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4872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THE SQLITE OF DOCUMENT DATABASES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CBD5E1"/>
                </a:solidFill>
                <a:latin typeface="Inter"/>
              </a:rPr>
              <a:t>An embeddable, in-process, MongoDB-compatible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Inter"/>
              </a:rPr>
              <a:t>Why it exists · how it works · where it's going</a:t>
            </a:r>
          </a:p>
        </p:txBody>
      </p:sp>
      <p:sp>
        <p:nvSpPr>
          <p:cNvPr id="9" name="Rounded Rectangle 8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WHAT WE'LL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The gap it fills, and the idea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Design philosophy &amp; scope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Architecture — socket to storage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The hard parts — types, indexes, change streams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How we prove it works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Progression to date — and Rust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06B6D4"/>
                </a:solidFill>
                <a:latin typeface="Inter"/>
              </a:rPr>
              <a:t>▪  </a:t>
            </a:r>
            <a:r>
              <a:rPr sz="2100" b="1">
                <a:solidFill>
                  <a:srgbClr val="0F172A"/>
                </a:solidFill>
                <a:latin typeface="Inter"/>
              </a:rPr>
              <a:t>Roadmap &amp; takeaways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The gap it fills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Document-database behaviour, without a deployment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Running MongoDB is a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MongoDB means a server (or cluster) to operate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Install, version-match, start, monitor, tear down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Heavy for tests, demos, edge, prototypes, embedding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Re-implemented “fakes” quietly diverge from the real thing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The idea: the SQLite of document DBs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THE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A real MongoDB-compatible server — embedded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Runs in-process: no daemon, single dependency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Speaks the wire protocol — any driver just works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Single-node, lightweight, ephemeral when you want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Where it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ONE ENGINE, MANY USES</a:t>
            </a:r>
          </a:p>
        </p:txBody>
      </p:sp>
      <p:pic>
        <p:nvPicPr>
          <p:cNvPr id="7" name="Picture 6" descr="usecases_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607" y="1417320"/>
            <a:ext cx="10698480" cy="4190237"/>
          </a:xfrm>
          <a:prstGeom prst="rect">
            <a:avLst/>
          </a:prstGeom>
        </p:spPr>
      </p:pic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A quick word on the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fongo → fongodb → SecantusDB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E7490"/>
                </a:solidFill>
                <a:latin typeface="Inter"/>
              </a:rPr>
              <a:t>fongo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Inter"/>
              </a:rPr>
              <a:t>early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Inter"/>
              </a:rPr>
              <a:t>clashes with the “Fongo”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BD5E1"/>
                </a:solidFill>
                <a:latin typeface="Inte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E7490"/>
                </a:solidFill>
                <a:latin typeface="Inter"/>
              </a:rPr>
              <a:t>fongodb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Inter"/>
              </a:rPr>
              <a:t>follow-on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Inter"/>
              </a:rPr>
              <a:t>still brand-adjacent / confusing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BD5E1"/>
                </a:solidFill>
                <a:latin typeface="Inter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  <a:latin typeface="Inter"/>
              </a:rPr>
              <a:t>SecantusDB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D3EE"/>
                </a:solidFill>
                <a:latin typeface="Inter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Inter"/>
              </a:rPr>
              <a:t>avoids Fongo and MongoDB confusion</a:t>
            </a:r>
          </a:p>
        </p:txBody>
      </p:sp>
      <p:sp>
        <p:nvSpPr>
          <p:cNvPr id="21" name="Rounded Rectangle 20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Design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The rules that keep it honest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Three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NON-NEGOTIABLES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A real driver can't tell us apart from mongod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Wire fidelity over feature completeness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Trivial to embed — one or two lines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Scope — single-node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Faithful where it 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39496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394960" cy="5486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63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✓  In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CRUD &amp; cursors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98648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Aggregation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5701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findAndModify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153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Change streams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73752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The connection handshake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34924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08760"/>
            <a:ext cx="5349240" cy="548640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63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✗  Out of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02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Real replica 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898648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Sharding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55701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Multi-node 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153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Inter"/>
              </a:rPr>
              <a:t>Elections / cross-node oplog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From socket bytes to durable storage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The layers, outermost-in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EACH LAYER KNOWS ONLY THE ONE BELOW</a:t>
            </a:r>
          </a:p>
        </p:txBody>
      </p:sp>
      <p:pic>
        <p:nvPicPr>
          <p:cNvPr id="7" name="Picture 6" descr="architecture_3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047" y="1417320"/>
            <a:ext cx="10515600" cy="4572000"/>
          </a:xfrm>
          <a:prstGeom prst="rect">
            <a:avLst/>
          </a:prstGeom>
        </p:spPr>
      </p:pic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The critical decision: opaque BSON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TYPE FIDELITY IS THE WHOLE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Documents stored as raw BSON bytes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All logic runs in Python after decode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Every BSON type preserved exactly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Lossy storage would break the thesis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Storage: WiredTiger,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SAME ENGINE AS 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The exact engine MongoDB itself uses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Vendored; ships as pre-built wheels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Four tables, byte-sortable keys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“:memory:” for instant, throwaway DBs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Indexing — broader than you'd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A REAL QUERY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Compound, multikey, partial, TTL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Geospatial: 2d and 2dsphere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Planner picks IXSCAN vs COLLSCAN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hint, $natural, indexed sort — all honoured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Change streams — the ambitious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OPLOG · RESUME TOKENS · PRE-IMAGES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Oplog-backed, mongod-shaped entries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Resume tokens — pick up where you left off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fullDocument &amp; before-change pre-images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awaitData blocking; invalidation events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How we prove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Conformance over confidence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Driver-conformance gauges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RUN THE TESTS A REAL DRIVER RUNS</a:t>
            </a:r>
          </a:p>
        </p:txBody>
      </p:sp>
      <p:pic>
        <p:nvPicPr>
          <p:cNvPr id="7" name="Picture 6" descr="conformance-gauges_4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607" y="1417320"/>
            <a:ext cx="10698480" cy="4190237"/>
          </a:xfrm>
          <a:prstGeom prst="rect">
            <a:avLst/>
          </a:prstGeom>
        </p:spPr>
      </p:pic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Progression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And the next chapter: Rust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Where we've been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A rough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554480"/>
            <a:ext cx="38100" cy="438912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627632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5819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00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prove the wire protocol with a driver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258568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128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Core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31136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wire + dispatch + CRUD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2889504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284378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Real 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620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WiredTiger vendored; opaque BSON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520439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347471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Breadth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493007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aggregation, rich indexing, geo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151376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410565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Change streams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12394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oplog, resume tokens, pre-images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310896" cy="3108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4736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Multi-driver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5 conformance gauges, binary wheels, CI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413248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53675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172A"/>
                </a:solidFill>
                <a:latin typeface="Inter"/>
              </a:rPr>
              <a:t>Acceleration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5385816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Inter"/>
              </a:rPr>
              <a:t>the Rust core — in progress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Why a Rust core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A DELIBERATE DUAL-ENGINE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Python bottlenecks: CPU and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Rust runs the hot work off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Keep BOTH engines — Python stays default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Accelerator, not replacement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How the Rust core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BYTE SEAM · FALLBACK · PARITY</a:t>
            </a:r>
          </a:p>
        </p:txBody>
      </p:sp>
      <p:pic>
        <p:nvPicPr>
          <p:cNvPr id="7" name="Picture 6" descr="byte-seam_5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607" y="1417320"/>
            <a:ext cx="10698480" cy="4190237"/>
          </a:xfrm>
          <a:prstGeom prst="rect">
            <a:avLst/>
          </a:prstGeom>
        </p:spPr>
      </p:pic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What's ported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LEAF ENGINES + THE FULL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Six leaf engines + collation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The entire storage-independent pipeline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515 parity cases green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Storage-backed stages still in Python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Performance: the GIL is the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Release it, then batch the seam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Single-thread: ~2× CRUD, ~8× pipeline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Per-call across threads thrashes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Batch one call over a whole list →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~10–12× more throughput on 4 threads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600200"/>
          <a:ext cx="57607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Roadmap &amp; takeaways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THE REMAINING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Batch the seam into storage's loops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Port storage onto a WiredTiger FFI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Then wire &amp; dispatch → never touch Python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Compatibility number must not regress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Inter"/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THE STORY IN FOUR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The SQLite of document databases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Fidelity by design; honesty by gauges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Rust adds speed — Python stays, always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06B6D4"/>
                </a:solidFill>
                <a:latin typeface="Inter"/>
              </a:rPr>
              <a:t>▪  </a:t>
            </a:r>
            <a:r>
              <a:rPr sz="2800" b="1">
                <a:solidFill>
                  <a:srgbClr val="0F172A"/>
                </a:solidFill>
                <a:latin typeface="Inter"/>
              </a:rPr>
              <a:t>The win was the GIL + batching, not micro-opts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-on-dark_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0" y="50292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2D3EE"/>
                </a:solidFill>
                <a:latin typeface="Inter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Inter"/>
              </a:rPr>
              <a:t>SecantusDB · the SQLite of document databases · package: secantus</a:t>
            </a:r>
          </a:p>
        </p:txBody>
      </p:sp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10058400" y="6309360"/>
            <a:ext cx="1874519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Speaker notes  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D3EE"/>
                </a:solidFill>
                <a:latin typeface="Inter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Speaker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Inter"/>
              </a:rPr>
              <a:t>One page per slide · click “Speaker notes ▸” on any slide to jump here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Frame it with the tagline: SecantusDB is 'the SQLite of document databases' — a real MongoDB-compatible database you embed in a process, not a server you operate. This is a 30-minute overview of why it exists, how it stays faithful, and the current Rust acceleration work. Invite questions throughout.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Six parts over thirty minutes: first the product and its design, then the engineering progression, ending with the Rust acceleration work and what's next. Keep it conversational.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The gap it fills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Open with the analogy everyone gets: SQLite. You rarely run a SQL server just to get SQL — you embed SQLite. There was no equivalent for MongoDB. That's the gap.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Running MongoDB is a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4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To get MongoDB behaviour you normally stand up and operate mongod — fine for production, heavy everywhere else: automated tests, CI, local development, demos, prototypes, edge/embedded scenarios. The usual shortcut is a hand-rolled in-memory fake, but those drift: they accept things real MongoDB rejects and vice-versa, so anything built on them is subtly wrong.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The idea: the SQLite of document DBs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Just as SQLite is a real SQL database you embed, SecantusDB is a real MongoDB-compatible server you embed in your process. It speaks the MongoDB wire protocol so any driver connects unmodified. No external daemon, single dependency, single node. 'Surrogate', not 'fake' — it implements the protocol rather than faking responses — which is why drivers can't tell it apart from mongod.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Where it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6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Testing is where it started and still shines, but the in-process model serves far more: local development without a daemon, fast CI, prototyping and demos, embedded / edge deployments where a full server is overkill, and teaching. One small dependency, many places it's useful.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The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7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A light aside. The early prototype was 'fongo', then 'fongodb' — both clash with the existing Fongo brand and blur into MongoDB. 'SecantusDB' dodges both. Lingering 'fongo'/'fongodb' references in the code are stale and mean SecantusDB.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Design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8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Three constraints are the whole discipline; everything follows from them.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Three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9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One: 'correct' means a driver client can't distinguish us from mongod — when unsure, run the same code against both and assert equal responses. Two: we'd rather return a faithful 'not supported' than a half-feature that silently diverges. Three: ergonomics — embedding it is trivial, no processes to manage.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10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In scope: the subset of the wire protocol drivers actually emit — handshake, CRUD, cursors, aggregation, findAndModify, change streams. Out of scope: anything that only makes sense across nodes. One nuance: hello advertises a single-node 'replica-set primary' so the driver's change-stream machinery is satisfied — but the topology is fictional.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Walk the layers; the key idea is strict separation — each knows only the one below.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The layers, outermost-in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12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server.py owns the accept loop and per-connection threads. wire.py speaks bytes and never knows about commands. commands.py is a single dispatch table and never knows about storage. The operator engines are pure — documents in, documents out, no I/O — which is exactly what made the Rust port tractable. storage.py sits on WiredTiger. A request flows down; the BSON reply flows back up.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The critical decision: opaque BSON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Documents are stored as opaque BSON blobs — never JSON, never native columns. The storage layer never inspects content. ObjectId, Decimal128, int32-vs-int64, Date-with-tz, Binary, Regex must round-trip exactly, because 'a driver can't tell us apart' depends on it. sortkey.py turns BSON values into byte-sortable keys matching MongoDB's cross-type order.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Storage: WiredTiger,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14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WiredTiger is MongoDB's own storage engine, vendored and built into self-contained wheels — users just pip install, no cmake or swig. Four tables: collections, documents, indexes, index-entries. Documents are keyed by a byte-sortable _id so iteration matches mongod's natural order. ':memory:' maps to an in-memory temp dir removed on close.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Indexing — broader than you'd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Indexing is surprisingly complete: single-field and compound with a trailing range, multikey for arrays, partial and TTL indexes, and geospatial — 2d geohash and 2dsphere via S2 cell coverings. A planner chooses index-scan vs collection-scan and explain reports the winning plan. Missing by choice: collation and text/hashed/wildcard indexes.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Change streams — the ambitious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16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The most ambitious feature: a real oplog whose entries mirror mongod's shape, scoped to a collection, database, or cluster. Resume tokens let a client resume exactly. updateLookup full documents, before-change pre-images, awaitData blocking (getMore parks until a writer notifies), and invalidate events on drop/rename. This is what the fictional single-node 'primary' buys us.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How we prove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17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The credibility of the project rests here: we don't trust our own tests, we run the drivers'.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Driver-conformance gauges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18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We run real, unmodified upstream driver test suites against SecantusDB. Five gauges: pymongo embedded (the headline 'MongoDB compatibility' number) plus the Go, Node, Java and Ruby drivers as real clients over the wire. The other-language drivers catch wire-protocol bugs pymongo is too permissive to notice — like requiring a real int64 cursor id. The default suite runs against on-disk WiredTiger in parallel; CI is load-bearing.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Progression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19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Pivot from 'what it is' to 'how it got here and where it's going'.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20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From the prototype that proved the protocol, to a real server, to vendoring WiredTiger for true storage fidelity, then breadth (aggregation, indexing, geo), then change streams, then the multi-driver gauges and packaging. The chapter in flight is the Rust acceleration core.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Why a Rust core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21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Two bottlenecks: the operator engines run hot in Python, and the GIL serialises work across connections. A Rust core does the heavy lifting off the GIL, unlocking cores. The firm rule: BOTH engines are permanent — the pure-Python engine stays the default and never goes away; Rust is an opt-in accelerator that must reproduce Python exactly.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How the Rust core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22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An optional PyO3/maturin extension. Values cross as BSON bytes — a 'fat byte seam' — keeping the opaque-BSON design intact and avoiding per-field marshalling. Crucially, when Rust hits anything it can't reproduce exactly it signals fallback and the authoritative Python path runs, so it's always correct. Every engine is pinned by a curated-plus-fuzz parity suite asserting Rust equals Python byte-for-byte.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What's ported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23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Done: de-risking spikes; all six pure leaf engines (sortkey, query, update, expressions, projection, diff) plus collation; and the whole storage-independent aggregation pipeline — match, project, group, sort, unwind, bucket, facet, densify and the rest. 515 parity cases green across curated corpora and multi-seed fuzzing. Still in Python because they need storage: $lookup, $geoNear, $out, $merge, and storage itself.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24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Single-threaded the Rust path is ~2× faster on CRUD ops and ~8× on a full pipeline — even paying the byte seam. But per-call across threads the GIL ping-pongs on tiny ops and throughput regresses. The fix is batching: one call filters or updates a whole list under a single GIL release, turning the regression into ~10–12× more throughput on four threads. Lesson: the win is releasing the GIL and coarsening the seam, not micro-optimising operators. Numbers from a 4-core dev box; the real proof is a concurrent-connection server benchmark.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Roadmap &amp;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25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Land the plane: what's left, and the one-screen summary.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26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Next: wire the batched seam into storage's scan / update / projection loops; port the storage layer onto a WiredTiger FFI (the largest single step, sub-phased by table family); then move wire and dispatch into Rust so a request never re-enters Python; finish with packaging and a full conformance and performance sign-off. The invariant throughout: the compatibility number must not regress.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27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To close: SecantusDB is an embeddable, in-process MongoDB-compatible server — the SQLite of document databases — useful far beyond testing. Fidelity comes from opaque BSON plus real WiredTiger plus the driver as conformance target; honesty from five gauges and load-bearing CI. The Rust core adds speed without giving up Python — both ship, parity-pinned. And the performance lesson generalises: release the GIL and batch the boundary.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Inter"/>
              </a:rPr>
              <a:t>Notes —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74980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D3EE"/>
                </a:solidFill>
                <a:latin typeface="Inter"/>
              </a:rPr>
              <a:t>slide 28 of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0F172A"/>
                </a:solidFill>
                <a:latin typeface="Inter"/>
              </a:rPr>
              <a:t>Open the floor. Likely questions: how close is the compatibility number; why WiredTiger over a pure-Python store; why keep two engines; when does Rust become the default; production use beyond tests. Answers are in the preceding slides' notes.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Inter"/>
              </a:rPr>
              <a:t>◂  Back to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